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BD DELIVERS FOR YOUR PROGRAM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value levers — available in any environment, not just when you're growing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2700528" cy="1931670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2700528" cy="5029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04241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05840"/>
            <a:ext cx="1969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" y="1481328"/>
            <a:ext cx="2407920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referral streams from the right partners when your program has capacity and appetite to grow.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21736" y="914400"/>
            <a:ext cx="2700528" cy="1931670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21736" y="914400"/>
            <a:ext cx="2700528" cy="5029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28" y="104241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16096" y="1005840"/>
            <a:ext cx="1969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Protection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6328" y="1481328"/>
            <a:ext cx="2407920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referral relationships stay warm during capacity constraints — so volume returns quickly when you're ready.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1992" y="914400"/>
            <a:ext cx="2700528" cy="1931670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1992" y="914400"/>
            <a:ext cx="2700528" cy="5029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584" y="104241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6352" y="1005840"/>
            <a:ext cx="1969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96584" y="1481328"/>
            <a:ext cx="2407920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 on how partners experience your program: sentiment, friction, competitive shifts, unmet need.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11480" y="2955798"/>
            <a:ext cx="2700528" cy="1931670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11480" y="2955798"/>
            <a:ext cx="2700528" cy="5029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083814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047238"/>
            <a:ext cx="1969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76072" y="3522726"/>
            <a:ext cx="2407920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surface the referral friction, routing gaps, and communication failures partners report — routed to teams who can fix them.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21736" y="2955798"/>
            <a:ext cx="2700528" cy="1931670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21736" y="2955798"/>
            <a:ext cx="2700528" cy="5029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6328" y="3083814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16096" y="3047238"/>
            <a:ext cx="1969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Positioning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386328" y="3522726"/>
            <a:ext cx="2407920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help the market understand when and why to think of you — matching your capabilities to how partners make referral decisions.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31992" y="2955798"/>
            <a:ext cx="2700528" cy="1931670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31992" y="2955798"/>
            <a:ext cx="2700528" cy="5029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6584" y="3083814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26352" y="3047238"/>
            <a:ext cx="1969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Capital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196584" y="3522726"/>
            <a:ext cx="2407920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built on consistency and trust — the asset that holds when competitors arrive or circumstances change.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11480" y="4919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© UNIVERSITY OF UTAH HEALTH</a:t>
            </a:r>
            <a:endParaRPr lang="en-US" sz="700" dirty="0"/>
          </a:p>
        </p:txBody>
      </p:sp>
      <p:sp>
        <p:nvSpPr>
          <p:cNvPr id="36" name="Text 28"/>
          <p:cNvSpPr/>
          <p:nvPr/>
        </p:nvSpPr>
        <p:spPr>
          <a:xfrm>
            <a:off x="7132320" y="4828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HEALTH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7132320" y="499262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2026-06-01T16:05:47Z</dcterms:created>
  <dcterms:modified xsi:type="dcterms:W3CDTF">2026-06-01T16:05:47Z</dcterms:modified>
</cp:coreProperties>
</file>